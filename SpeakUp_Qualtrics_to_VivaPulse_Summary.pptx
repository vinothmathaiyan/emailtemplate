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965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·  PLATFORM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SpeakUp Deep-Dive Survey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200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to Microsoft Viva Pulse — Test Outcomes &amp; Decisions Needed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Team  |  Stakeholder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working, and where the gaps are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View can trigger a manager's voluntary SpeakUp deep-dive when a team's score sits below benchmark — this is what we tested replicating in Viva Pulse.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300320" cy="4160520"/>
          </a:xfrm>
          <a:prstGeom prst="rect">
            <a:avLst/>
          </a:prstGeom>
          <a:solidFill>
            <a:srgbClr val="E3F3EC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12848"/>
            <a:ext cx="475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Well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47516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template creation — no development cycle, unlike Qualtrics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with automatic trend analysis across repeat survey runs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distribution options — targeted email, open link, or QR code (vs. link-only today)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GTIS has confirmed two key asks are achievable: replicating the existing template, and disabling Microsoft's predefined templates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4448" y="2011680"/>
            <a:ext cx="5300320" cy="4160520"/>
          </a:xfrm>
          <a:prstGeom prst="rect">
            <a:avLst/>
          </a:prstGeom>
          <a:solidFill>
            <a:srgbClr val="FBEEDD"/>
          </a:solidFill>
          <a:ln w="9525">
            <a:solidFill>
              <a:srgbClr val="B9C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8768" y="2212848"/>
            <a:ext cx="475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Gaps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7516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 is 1–10 only (no 0 option), vs. Qualtrics' 0–10 scale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reports a favorability % (ratings of 8, 9, 10); Qualtrics reports an average score — and Glint's own favorability definition (9, 10 only) doesn't match Pulse's either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customizable report layout, and no enterprise-level consolidated view — today, Qualtrics rolls the 10 fixed questions up into 4 reporting categories; Pulse has no equivalent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control to restrict survey creation to managers, or to enforce the 4+ direct-reports eligibility rule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Qualtrics vs. Viva Pulse — at a glance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5079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Qualtrics (today)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Viva Pulse (tested)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</a:rPr>
                        <a:t>Rating scale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0–10 (11-point)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1–5, 1–7, or 1–10 — no zero option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</a:rPr>
                        <a:t>Scoring shown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Average score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Favorability % (8, 9, 10 favorable)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</a:rPr>
                        <a:t>Report structure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10 fixed questions roll up into 4 reporting categories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No category-level rollup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</a:rPr>
                        <a:t>Consolidated / enterprise reporting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Native — by manager, demographic,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Not available; Excel extract unconfirmed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</a:rPr>
                        <a:t>Trend analysis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Manual — separate report per run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Native — automatic across repeated runs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</a:rPr>
                        <a:t>Template changes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Code-based change request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Self-service duplication &amp; editing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</a:rPr>
                        <a:t>Distribution options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Link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</a:rPr>
                        <a:t>Targeted email, open link, or QR code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STAKEHOLDER INPUT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 from stakeholders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&amp; access ownership — should template changes and Admin-level access sit with Colleague Listening, or with the RTB team?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design intent — should Pulse reporting aim to match Your View's format, or can it diverge?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reporting — confirm this is a must-have and define its criticality (blocker vs. phased gap); an Excel-extract workaround is still unconfirmed with Microsoft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&amp; access control — how do we enforce “managers only” and the 4+ direct-reports rule, since Pulse doesn't support either natively?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threshold governance — to be set jointly with the Data Privacy team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templates — disable entirely, or leave open for other teams? (GTIS has confirmed disabling is technically possible)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definition — what does “good enough” look like for this migration, beyond replicating the template?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from here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1057839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align Colleague Listening and stakeholders on these findings and the decisions above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outstanding GTIS items as formal change asks — consolidated reporting, report customization, and manager-only access control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stakeholder direction against each decision</a:t>
            </a:r>
            <a:endParaRPr lang="en-US" sz="15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those decisions to shape Colleague Listening's recommended path forward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|  Internal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6756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SpeakUp Deep-Dive Survey: Qualtrics to Microsoft Viva Pulse</dc:title>
  <dc:subject>PptxGenJS Presentation</dc:subject>
  <dc:creator>Colleague Listening Team</dc:creator>
  <cp:lastModifiedBy>Colleague Listening Team</cp:lastModifiedBy>
  <cp:revision>1</cp:revision>
  <dcterms:created xsi:type="dcterms:W3CDTF">2026-06-21T16:12:42Z</dcterms:created>
  <dcterms:modified xsi:type="dcterms:W3CDTF">2026-06-21T16:12:42Z</dcterms:modified>
</cp:coreProperties>
</file>