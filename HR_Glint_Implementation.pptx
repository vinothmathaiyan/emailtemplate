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Experience Project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1A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Glint Implementation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 Sampling Approach for 59 Journeys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Design  ·  Configuration  · 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avoid survey fatigue, employees are pre-assigned to one of 5 groups. Each group receives a unique subset of journeys via Glint display logic.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737360"/>
            <a:ext cx="157276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737360"/>
            <a:ext cx="1572768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201168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" y="251460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1–11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306324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Tech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5204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57400" y="1737360"/>
            <a:ext cx="157276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737360"/>
            <a:ext cx="1572768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2130552" y="201168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251460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12–24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0552" y="306324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42616" y="35204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2642616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67328" y="1737360"/>
            <a:ext cx="157276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67328" y="1737360"/>
            <a:ext cx="1572768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01168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251460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25–36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06324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HR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35204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352544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77256" y="1737360"/>
            <a:ext cx="157276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1737360"/>
            <a:ext cx="1572768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5550408" y="201168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50408" y="251460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37–48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0408" y="306324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Finance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62472" y="35204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062472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87184" y="1737360"/>
            <a:ext cx="157276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87184" y="1737360"/>
            <a:ext cx="1572768" cy="228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5" name="Text 33"/>
          <p:cNvSpPr/>
          <p:nvPr/>
        </p:nvSpPr>
        <p:spPr>
          <a:xfrm>
            <a:off x="7260336" y="201168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60336" y="251460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49–59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60336" y="306324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Ops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35204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10607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" y="1600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groups · Cohort criteria · Group mapping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55064" y="1975104"/>
            <a:ext cx="914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10058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00584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810512" y="10607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10512" y="1600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47088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data · Pre-assignment · 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1975104"/>
            <a:ext cx="914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Shape 14"/>
          <p:cNvSpPr/>
          <p:nvPr/>
        </p:nvSpPr>
        <p:spPr>
          <a:xfrm>
            <a:off x="3236976" y="10058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100584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607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600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Glint Config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28416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setup · Group column · Display logic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975104"/>
            <a:ext cx="914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Shape 20"/>
          <p:cNvSpPr/>
          <p:nvPr/>
        </p:nvSpPr>
        <p:spPr>
          <a:xfrm>
            <a:off x="4718304" y="10058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1005840"/>
            <a:ext cx="1371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10607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1600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9744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paths · Edge cases · UAT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9048" y="1975104"/>
            <a:ext cx="914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9632" y="10058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1005840"/>
            <a:ext cx="1371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10607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1600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91072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 · Activation · Launch monitoring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0376" y="1975104"/>
            <a:ext cx="914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1005840"/>
            <a:ext cx="1371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0" y="1005840"/>
            <a:ext cx="1371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735824" y="106070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35824" y="1600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Post-Launch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0" y="2057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· Support · Analysis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phases ensure reliable survey rollout across all 5 employee groups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Planning  &amp;  Phase 2 — Data Preparation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Planning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399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Journey Groups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733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1–5 mapped to Journeys 1–11 through 49–59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4048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Cohort Criteria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791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type, seniority, tenure, role category, previous responses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429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10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Group Assignments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→ G1, Sales → G2, HR → G3, Finance → G4, Ops → G5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Data Preparation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41732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399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Reference Data Source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6733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ID, Name, Dept, Group (1–5), Activity 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24231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4048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Pre-assign All Employees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6791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employee must have a valid group value assigned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4290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429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410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Data Quality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missing IDs, duplicates, null/invalid group values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Glint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508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261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Glint Survey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survey in Glint with all 59 journeys loaded and 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73152" cy="1508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28016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96128" y="1261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Group Column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96128" y="16642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attribute: Survey_Group (Number 1–5), linked to employee data feed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73152" cy="1508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2999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Display Logic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4015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G1→J1–11 · G2→J12–24 · G3→J25–36 · G4→J37–48 · G5→J49–59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743200"/>
            <a:ext cx="73152" cy="1508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30175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96128" y="2999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Question Order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96128" y="34015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journey ordering per group — fixed sequence or adaptive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1115568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Path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533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test accounts per group · Verify correct journeys appear · Check order and no duplicates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7315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21214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121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591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group assignment · Employee switching groups · Empty/partial responses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" y="3127248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127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3649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load time · Completion rate tracking · Data captured correctly per group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530352" y="413308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with Sample Users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37083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real employees per group · Record time-to-complete · Capture feedback and log issues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Deployment  &amp;  Phase 6 — Post-Launch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399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 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733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group assignments loaded to Glint 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4048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Survey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791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and confirm live for all groups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429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10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Launch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24–48 hrs: response rates, display logic, correct journeys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Post-Launch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41732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399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Data Quality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6733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Daily: completion rates, group distribution, answer quality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24231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4048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Troubleshooting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6791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journeys, display errors, data sync issues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4290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429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410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Reporting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Cross-group comparison, cohort patterns, learnings for next iteration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92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Native Randomization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 display logic workaround pre-assigns cohorts — same effect, no Glint limitation.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6926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data feed (AD/HR system) must be synced with Glint before launch.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20240"/>
            <a:ext cx="64008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7510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Logic Limits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30428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Glint supports 5 conditional branches; reduce to 3–4 groups if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9202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92024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97510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Communication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30428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employees surveys are personalised — different people see different questions by design.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64008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8094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 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11–13 journeys (vs. 59) expected to improve completion rates and data quality.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2608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98094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31012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comparisons require statistical adjustments as cohorts answer different questions.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31920"/>
            <a:ext cx="64008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98678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group assignments when org structure changes. Plan periodic data refresh cycles.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3192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8678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Plan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4315968"/>
            <a:ext cx="3913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display logic fails, activate fallback: manual group routing or skip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Glint Field Planning — 100 Field Limit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Identity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06040" cy="7315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&amp; 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260604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Attributes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011680"/>
            <a:ext cx="2606040" cy="73152"/>
          </a:xfrm>
          <a:prstGeom prst="rect">
            <a:avLst/>
          </a:prstGeom>
          <a:solidFill>
            <a:srgbClr val="21A0D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214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A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5760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Grouping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01168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011680"/>
            <a:ext cx="26060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1214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200400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Defined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01168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011680"/>
            <a:ext cx="260604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1214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35040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Budget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 Defined: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108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Survey_Group</a:t>
            </a:r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(Number 1–5) — single field driving all display logic  ·  </a:t>
            </a:r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Cohort_Label</a:t>
            </a:r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human-readable label (e.g. Tech–Senior)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single Survey_Group field (vs. 5 boolean fields) saves 4 fields from the 100-field budget — the recommended approach.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926080"/>
            <a:ext cx="3657600" cy="36576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657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2024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9110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cohort criteria and group assignments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87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4780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validate employee reference data source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54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0449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Glint survey with display logic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62102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testing across all 5 groups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18795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187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1788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go-live date and communicate to employees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Experience Project — Glint Implementation</dc:title>
  <dc:subject>PptxGenJS Presentation</dc:subject>
  <dc:creator>PptxGenJS</dc:creator>
  <cp:lastModifiedBy>PptxGenJS</cp:lastModifiedBy>
  <cp:revision>1</cp:revision>
  <dcterms:created xsi:type="dcterms:W3CDTF">2026-03-20T03:24:51Z</dcterms:created>
  <dcterms:modified xsi:type="dcterms:W3CDTF">2026-03-20T03:24:51Z</dcterms:modified>
</cp:coreProperties>
</file>