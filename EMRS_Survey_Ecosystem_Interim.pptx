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EMRS / Microsoft Survey Ecosystem – Interim Solution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914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91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INTERIM MODEL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7160" y="658368"/>
            <a:ext cx="2103120" cy="347472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 MS Forms Flow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" y="1024128"/>
            <a:ext cx="2103120" cy="3200400"/>
          </a:xfrm>
          <a:prstGeom prst="rect">
            <a:avLst/>
          </a:prstGeom>
          <a:solidFill>
            <a:srgbClr val="DBEAFE"/>
          </a:solidFill>
          <a:ln w="10160">
            <a:solidFill>
              <a:srgbClr val="1E5F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658368"/>
            <a:ext cx="21031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 Interim Glint Flow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77440" y="1024128"/>
            <a:ext cx="2103120" cy="3200400"/>
          </a:xfrm>
          <a:prstGeom prst="rect">
            <a:avLst/>
          </a:prstGeom>
          <a:solidFill>
            <a:srgbClr val="FFEDD5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658368"/>
            <a:ext cx="210312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 Glint Manual Import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024128"/>
            <a:ext cx="2103120" cy="3200400"/>
          </a:xfrm>
          <a:prstGeom prst="rect">
            <a:avLst/>
          </a:prstGeom>
          <a:solidFill>
            <a:srgbClr val="CCFBF1"/>
          </a:solidFill>
          <a:ln w="1016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658368"/>
            <a:ext cx="21031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4. Pulse Flow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1024128"/>
            <a:ext cx="2103120" cy="3200400"/>
          </a:xfrm>
          <a:prstGeom prst="rect">
            <a:avLst/>
          </a:prstGeom>
          <a:solidFill>
            <a:srgbClr val="EEF2FF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" y="1078992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" y="107899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Source: Workday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ServiceNow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325880" y="1426464"/>
            <a:ext cx="9144" cy="164592"/>
          </a:xfrm>
          <a:prstGeom prst="line">
            <a:avLst/>
          </a:prstGeom>
          <a:noFill/>
          <a:ln w="15240">
            <a:solidFill>
              <a:srgbClr val="1E5FAD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38328" y="1627632"/>
            <a:ext cx="197510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" y="162763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Workday/ServiceNow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Connector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325880" y="1975104"/>
            <a:ext cx="9144" cy="164592"/>
          </a:xfrm>
          <a:prstGeom prst="line">
            <a:avLst/>
          </a:prstGeom>
          <a:noFill/>
          <a:ln w="15240">
            <a:solidFill>
              <a:srgbClr val="1E5FAD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38328" y="2176272"/>
            <a:ext cx="197510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" y="217627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Power Automate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extracts → SharePoint List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325880" y="2523744"/>
            <a:ext cx="9144" cy="164592"/>
          </a:xfrm>
          <a:prstGeom prst="line">
            <a:avLst/>
          </a:prstGeom>
          <a:noFill/>
          <a:ln w="15240">
            <a:solidFill>
              <a:srgbClr val="1E5FAD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38328" y="2724912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8328" y="272491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SharePoint List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(survey population)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325880" y="3072384"/>
            <a:ext cx="9144" cy="164592"/>
          </a:xfrm>
          <a:prstGeom prst="line">
            <a:avLst/>
          </a:prstGeom>
          <a:noFill/>
          <a:ln w="15240">
            <a:solidFill>
              <a:srgbClr val="1E5FAD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338328" y="3273552"/>
            <a:ext cx="1975104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" y="327355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Power Automate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distributes survey link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325880" y="3621024"/>
            <a:ext cx="9144" cy="164592"/>
          </a:xfrm>
          <a:prstGeom prst="line">
            <a:avLst/>
          </a:prstGeom>
          <a:noFill/>
          <a:ln w="15240">
            <a:solidFill>
              <a:srgbClr val="1E5FAD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338328" y="3822192"/>
            <a:ext cx="1975104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8328" y="382219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OUTPUT: MS Forms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5FAD"/>
                </a:solidFill>
              </a:rPr>
              <a:t>Response / Reporting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78608" y="1078992"/>
            <a:ext cx="1975104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8608" y="10789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</a:rPr>
              <a:t>⚠ MODIS not currently available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578608" y="1371600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78608" y="1371600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Team combines 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into single file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566160" y="1719072"/>
            <a:ext cx="9144" cy="164592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2578608" y="1920240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78608" y="1920240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Colleague Listening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survey team provides file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566160" y="2267712"/>
            <a:ext cx="9144" cy="164592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2578608" y="2468880"/>
            <a:ext cx="1975104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78608" y="2468880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Manual import into Glint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daily by 6:00 AM UK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566160" y="2816352"/>
            <a:ext cx="9144" cy="164592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578608" y="3017520"/>
            <a:ext cx="1975104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578608" y="3017520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Glint distributes: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Hiring Mgr &amp; New Joiner surveys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566160" y="3364992"/>
            <a:ext cx="9144" cy="164592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578608" y="3566160"/>
            <a:ext cx="1975104" cy="347472"/>
          </a:xfrm>
          <a:prstGeom prst="rect">
            <a:avLst/>
          </a:prstGeom>
          <a:solidFill>
            <a:srgbClr val="FFEDD5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578608" y="3566160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OUTPUT: Glint survey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distribution / dashboard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18888" y="1078992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18888" y="107899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Source: Workday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other colleague data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806440" y="1426464"/>
            <a:ext cx="9144" cy="164592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4818888" y="1627632"/>
            <a:ext cx="1975104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18888" y="162763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E7C86"/>
                </a:solidFill>
              </a:rPr>
              <a:t>Data Science team: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E7C86"/>
                </a:solidFill>
              </a:rPr>
              <a:t>process, validate, prepare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806440" y="1975104"/>
            <a:ext cx="9144" cy="164592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818888" y="2176272"/>
            <a:ext cx="1975104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18888" y="217627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E7C86"/>
                </a:solidFill>
              </a:rPr>
              <a:t>Final file manually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E7C86"/>
                </a:solidFill>
              </a:rPr>
              <a:t>imported into Glint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806440" y="2523744"/>
            <a:ext cx="9144" cy="164592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4818888" y="2724912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818888" y="272491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Surveys: HR Experience,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Your View, Mandatory Training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806440" y="3072384"/>
            <a:ext cx="9144" cy="164592"/>
          </a:xfrm>
          <a:prstGeom prst="line">
            <a:avLst/>
          </a:prstGeom>
          <a:noFill/>
          <a:ln w="15240">
            <a:solidFill>
              <a:srgbClr val="0E7C86"/>
            </a:solidFill>
            <a:prstDash val="solid"/>
            <a:tailEnd type="arrow"/>
          </a:ln>
        </p:spPr>
      </p:sp>
      <p:sp>
        <p:nvSpPr>
          <p:cNvPr id="63" name="Shape 61"/>
          <p:cNvSpPr/>
          <p:nvPr/>
        </p:nvSpPr>
        <p:spPr>
          <a:xfrm>
            <a:off x="4818888" y="3273552"/>
            <a:ext cx="1975104" cy="347472"/>
          </a:xfrm>
          <a:prstGeom prst="rect">
            <a:avLst/>
          </a:prstGeom>
          <a:solidFill>
            <a:srgbClr val="CCFBF1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818888" y="327355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E7C86"/>
                </a:solidFill>
              </a:rPr>
              <a:t>OUTPUT: Glint survey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E7C86"/>
                </a:solidFill>
              </a:rPr>
              <a:t>distribution / dashboard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059168" y="1078992"/>
            <a:ext cx="19751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059168" y="107899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Source: Workday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Workday Connector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046720" y="1426464"/>
            <a:ext cx="9144" cy="164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7059168" y="1627632"/>
            <a:ext cx="1975104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059168" y="162763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Data prepared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manually imported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046720" y="1975104"/>
            <a:ext cx="9144" cy="16459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7059168" y="2176272"/>
            <a:ext cx="1975104" cy="347472"/>
          </a:xfrm>
          <a:prstGeom prst="rect">
            <a:avLst/>
          </a:prstGeom>
          <a:solidFill>
            <a:srgbClr val="E0E7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059168" y="2176272"/>
            <a:ext cx="19751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OUTPUT: Pulse survey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distribution / dashboard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37160" y="4315968"/>
            <a:ext cx="6583680" cy="47548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7160" y="4315968"/>
            <a:ext cx="82296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6032" y="4315968"/>
            <a:ext cx="6400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⚑ Interim Change: 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MODIS automated feed is replaced by a daily combined file import into Glint until the MODIS integration is available.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37160" y="4828032"/>
            <a:ext cx="886968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482803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GOVERNANCE:  DPIA  |  Privacy  |  Anonymity Thresholds  |  Data Ownership  |  Access Controls  |  Data Validation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766560" y="4315968"/>
            <a:ext cx="2240280" cy="47548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84848" y="4315968"/>
            <a:ext cx="2203704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E5FAD"/>
                </a:solidFill>
              </a:rPr>
              <a:t>Power Automate roles:
</a:t>
            </a:r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a) Extract Workday/ServiceNow → SPO List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b) Distribute MS Forms link from SPO List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EMRS Microsoft Survey Ecosystem – Interim Solution</dc:title>
  <dc:subject>PptxGenJS Presentation</dc:subject>
  <dc:creator>PptxGenJS</dc:creator>
  <cp:lastModifiedBy>PptxGenJS</cp:lastModifiedBy>
  <cp:revision>1</cp:revision>
  <dcterms:created xsi:type="dcterms:W3CDTF">2026-05-04T09:24:37Z</dcterms:created>
  <dcterms:modified xsi:type="dcterms:W3CDTF">2026-05-04T09:24:37Z</dcterms:modified>
</cp:coreProperties>
</file>